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317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Hospedaje Rural Pirque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37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Proyecto APT  ·  Capstone PTY4614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20116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Portales Gajardo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Fase 1 · Semana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empresa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Hospedaje boutique en Pirque, Región Metropolitana.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Enfocado en descanso y desconexión: sin televisor en las habitaciones, entorno natural, silencio.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y reservas actualmente 100% informales (WhatsApp, boca a boca).</a:t>
            </a:r>
            <a:endParaRPr lang="en-US" sz="1500" dirty="0"/>
          </a:p>
        </p:txBody>
      </p:sp>
      <p:pic>
        <p:nvPicPr>
          <p:cNvPr id="4" name="Image 0" descr="/mnt/user-data/uploads/Captura_de_pantalla_2026-09-10_11214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371600"/>
            <a:ext cx="466344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371600"/>
            <a:ext cx="4663440" cy="3063240"/>
          </a:xfrm>
          <a:prstGeom prst="rect">
            <a:avLst/>
          </a:prstGeom>
          <a:ln w="12700">
            <a:solidFill>
              <a:srgbClr val="2C5F2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4709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habitación disponibles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470916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15'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4709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 del centro de Pirque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empresa no cuenta con una página web funcional.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canal digital profesional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dónde mostrar habitaciones, servicios ni ubicación de forma ordenada, lo que resta credibilidad al momento de decidir.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33672" y="20574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23317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alcance internacional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352044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comunicación es en español, dejando fuera a turistas extranjeros pese a estar cerca de atractivos como Viña Concha y Toro.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18704" y="20574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93024" y="23317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9302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93024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desordenadas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193024" y="352044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solicitudes llegan solo por WhatsApp, sin un flujo estructurado de datos (fechas, personas, habitación).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levantados con el cliente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57800" cy="932688"/>
          </a:xfrm>
          <a:prstGeom prst="roundRect">
            <a:avLst>
              <a:gd name="adj" fmla="val 5882"/>
            </a:avLst>
          </a:prstGeom>
          <a:solidFill>
            <a:srgbClr val="F5F5F0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64592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447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responsivo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bien en desktop y celular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1371600"/>
            <a:ext cx="5257800" cy="932688"/>
          </a:xfrm>
          <a:prstGeom prst="roundRect">
            <a:avLst>
              <a:gd name="adj" fmla="val 5882"/>
            </a:avLst>
          </a:prstGeom>
          <a:solidFill>
            <a:srgbClr val="F5F5F0"/>
          </a:solidFill>
          <a:ln/>
        </p:spPr>
      </p:sp>
      <p:sp>
        <p:nvSpPr>
          <p:cNvPr id="9" name="Shape 7"/>
          <p:cNvSpPr/>
          <p:nvPr/>
        </p:nvSpPr>
        <p:spPr>
          <a:xfrm>
            <a:off x="6245352" y="164592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45352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4447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Multi-idioma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8288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Español, inglés y portugués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5257800" cy="932688"/>
          </a:xfrm>
          <a:prstGeom prst="roundRect">
            <a:avLst>
              <a:gd name="adj" fmla="val 5882"/>
            </a:avLst>
          </a:prstGeom>
          <a:solidFill>
            <a:srgbClr val="F5F5F0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274320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5420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habitaciones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9260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Picunche, Arrayán y Roble con detalle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2468880"/>
            <a:ext cx="5257800" cy="932688"/>
          </a:xfrm>
          <a:prstGeom prst="roundRect">
            <a:avLst>
              <a:gd name="adj" fmla="val 5882"/>
            </a:avLst>
          </a:prstGeom>
          <a:solidFill>
            <a:srgbClr val="F5F5F0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5352" y="274320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45352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5420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diferenciadores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9260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Masajes, arena volcánica, baños de luna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566160"/>
            <a:ext cx="5257800" cy="932688"/>
          </a:xfrm>
          <a:prstGeom prst="roundRect">
            <a:avLst>
              <a:gd name="adj" fmla="val 5882"/>
            </a:avLst>
          </a:prstGeom>
          <a:solidFill>
            <a:srgbClr val="F5F5F0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363931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ubicación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0233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sector Picunche y mapa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80760" y="3566160"/>
            <a:ext cx="5257800" cy="932688"/>
          </a:xfrm>
          <a:prstGeom prst="roundRect">
            <a:avLst>
              <a:gd name="adj" fmla="val 5882"/>
            </a:avLst>
          </a:prstGeom>
          <a:solidFill>
            <a:srgbClr val="F5F5F0"/>
          </a:solidFill>
          <a:ln/>
        </p:spPr>
      </p:sp>
      <p:sp>
        <p:nvSpPr>
          <p:cNvPr id="29" name="Shape 27"/>
          <p:cNvSpPr/>
          <p:nvPr/>
        </p:nvSpPr>
        <p:spPr>
          <a:xfrm>
            <a:off x="6245352" y="384048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4535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63931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de huéspedes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40233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social multi-idioma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663440"/>
            <a:ext cx="5257800" cy="932688"/>
          </a:xfrm>
          <a:prstGeom prst="roundRect">
            <a:avLst>
              <a:gd name="adj" fmla="val 5882"/>
            </a:avLst>
          </a:prstGeom>
          <a:solidFill>
            <a:srgbClr val="F5F5F0"/>
          </a:solidFill>
          <a:ln/>
        </p:spPr>
      </p:sp>
      <p:sp>
        <p:nvSpPr>
          <p:cNvPr id="34" name="Shape 32"/>
          <p:cNvSpPr/>
          <p:nvPr/>
        </p:nvSpPr>
        <p:spPr>
          <a:xfrm>
            <a:off x="713232" y="493776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3232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234440" y="473659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reserva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234440" y="51206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Fechas, personas, habitación de interés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80760" y="4663440"/>
            <a:ext cx="5257800" cy="932688"/>
          </a:xfrm>
          <a:prstGeom prst="roundRect">
            <a:avLst>
              <a:gd name="adj" fmla="val 5882"/>
            </a:avLst>
          </a:prstGeom>
          <a:solidFill>
            <a:srgbClr val="F5F5F0"/>
          </a:solidFill>
          <a:ln/>
        </p:spPr>
      </p:sp>
      <p:sp>
        <p:nvSpPr>
          <p:cNvPr id="39" name="Shape 37"/>
          <p:cNvSpPr/>
          <p:nvPr/>
        </p:nvSpPr>
        <p:spPr>
          <a:xfrm>
            <a:off x="6245352" y="493776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245352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766560" y="473659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directo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6766560" y="51206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rápido a WhatsApp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propuesta de mockups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etapa de revisión y a la espera de validación con el cliente</a:t>
            </a:r>
            <a:endParaRPr lang="en-US" sz="1300" dirty="0"/>
          </a:p>
        </p:txBody>
      </p:sp>
      <p:pic>
        <p:nvPicPr>
          <p:cNvPr id="4" name="Image 0" descr="/mnt/user-data/uploads/Captura_de_pantalla_2026-09-10_11214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265176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2651760" cy="1828800"/>
          </a:xfrm>
          <a:prstGeom prst="rect">
            <a:avLst/>
          </a:prstGeom>
          <a:ln w="12700">
            <a:solidFill>
              <a:srgbClr val="97BC6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93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</a:t>
            </a:r>
            <a:endParaRPr lang="en-US" sz="1200" dirty="0"/>
          </a:p>
        </p:txBody>
      </p:sp>
      <p:pic>
        <p:nvPicPr>
          <p:cNvPr id="7" name="Image 1" descr="/mnt/user-data/uploads/Captura_de_pantalla_2026-09-10_112248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01568" y="1554480"/>
            <a:ext cx="2651760" cy="1828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01568" y="1554480"/>
            <a:ext cx="2651760" cy="1828800"/>
          </a:xfrm>
          <a:prstGeom prst="rect">
            <a:avLst/>
          </a:prstGeom>
          <a:ln w="12700">
            <a:solidFill>
              <a:srgbClr val="97BC6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401568" y="3493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habitaciones</a:t>
            </a:r>
            <a:endParaRPr lang="en-US" sz="1200" dirty="0"/>
          </a:p>
        </p:txBody>
      </p:sp>
      <p:pic>
        <p:nvPicPr>
          <p:cNvPr id="10" name="Image 2" descr="/mnt/user-data/uploads/Captura_de_pantalla_2026-09-10_112508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54496" y="1554480"/>
            <a:ext cx="2651760" cy="1828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254496" y="1554480"/>
            <a:ext cx="2651760" cy="1828800"/>
          </a:xfrm>
          <a:prstGeom prst="rect">
            <a:avLst/>
          </a:prstGeom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254496" y="3493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200" dirty="0"/>
          </a:p>
        </p:txBody>
      </p:sp>
      <p:pic>
        <p:nvPicPr>
          <p:cNvPr id="13" name="Image 3" descr="/mnt/user-data/uploads/Captura_de_pantalla_2026-09-10_112631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07424" y="1554480"/>
            <a:ext cx="2651760" cy="18288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9107424" y="1554480"/>
            <a:ext cx="2651760" cy="1828800"/>
          </a:xfrm>
          <a:prstGeom prst="rect">
            <a:avLst/>
          </a:prstGeom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9107424" y="3493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y contacto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3977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idioma  ·  WhatsApp directo  ·  Formulario centralizado  ·  Prueba social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0789920" cy="713232"/>
          </a:xfrm>
          <a:prstGeom prst="roundRect">
            <a:avLst>
              <a:gd name="adj" fmla="val 6410"/>
            </a:avLst>
          </a:prstGeom>
          <a:solidFill>
            <a:srgbClr val="F5F5F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9105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46304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requerimientos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869680" y="14630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1-2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10789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43230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304288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mockups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230428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3-4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45536"/>
            <a:ext cx="10789920" cy="713232"/>
          </a:xfrm>
          <a:prstGeom prst="roundRect">
            <a:avLst>
              <a:gd name="adj" fmla="val 6410"/>
            </a:avLst>
          </a:prstGeom>
          <a:solidFill>
            <a:srgbClr val="F5F5F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145536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sitio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314553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5-6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86784"/>
            <a:ext cx="10789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9867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Multi-idioma + formulario de reservas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0" y="398678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7-8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828032"/>
            <a:ext cx="10789920" cy="713232"/>
          </a:xfrm>
          <a:prstGeom prst="roundRect">
            <a:avLst>
              <a:gd name="adj" fmla="val 6410"/>
            </a:avLst>
          </a:prstGeom>
          <a:solidFill>
            <a:srgbClr val="F5F5F0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95604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828032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Pruebas, ajustes y entrega final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482803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9-10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¿Listos para descansar?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2026-09-11T13:06:09Z</dcterms:created>
  <dcterms:modified xsi:type="dcterms:W3CDTF">2026-09-11T13:06:09Z</dcterms:modified>
</cp:coreProperties>
</file>