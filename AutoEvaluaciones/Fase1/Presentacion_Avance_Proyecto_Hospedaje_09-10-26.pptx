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27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09728" cy="1600200"/>
          </a:xfrm>
          <a:prstGeom prst="rect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del Proyecto APT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Hospedaje Rural Pirque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Portales 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Sede San Bernardo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PTY 4614 003 D · Docente: Paz Morales Saavedra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Contexto y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1645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Hospedaje Rural Pirque: hospedaje rural boutique en Pirque, Región Metropolitana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habitaciones y servicios de bienestar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ligada al sector Picunche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269748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691640"/>
            <a:ext cx="1645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una página web funcional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visibilidad ante el público general y los turistas extranjeros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canal ordenado para solicitar reservas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80060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afecta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91640"/>
            <a:ext cx="1645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hospedaje: pierde alcance y gestiona sus reservas sin orden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huéspedes potenciales, nacionales y extranjeros: no saben dónde conocer la oferta ni cómo solicitar una estadía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Necesidad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91640"/>
            <a:ext cx="1645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web visible, en español, inglés, portugués y más idiomas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y gestionar solicitudes de reserva de forma ordenada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los datos personales que entregan los huéspedes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381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Plantillas Django + htmx + Tailwind CSS + i18n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htmx da interactividad sin construir una aplicación aparte; Tailwind agiliza los estilos; i18n permite sumar idiomas adicionales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y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Django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maduro con protección integrada (CSRF, autenticación, roles, ORM); Python es un lenguaje que ya manejo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(ORM de Django)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bajo de reservas, sin servidor aparte; se puede migrar a PostgreSQL si crece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externo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Twilio SendGrid Email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Envía correos de aviso y confirmación sin montar un servidor de correo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 + Nginx + Gunicorn + HTTPS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recibe las solicitudes HTTPS y sirve archivos estáticos; Gunicorn ejecuta Django; combinación habitual en producción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solución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57400" y="1417320"/>
            <a:ext cx="6629400" cy="1828800"/>
          </a:xfrm>
          <a:prstGeom prst="roundRect">
            <a:avLst>
              <a:gd name="adj" fmla="val 4000"/>
            </a:avLst>
          </a:prstGeom>
          <a:solidFill>
            <a:srgbClr val="F4F7F4"/>
          </a:solidFill>
          <a:ln w="19050">
            <a:solidFill>
              <a:srgbClr val="4E8A5B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2194560" y="14447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· Nginx (HTTPS) + Gunicorn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530352" y="173736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Huésped y administrador, desde navegador web (escritorio o móvil)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38528" y="2423160"/>
            <a:ext cx="19202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14884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2221992" y="1828800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Django + htmx + Tailwind CSS · ES / EN / PT y más idiomas (i18n)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30168" y="2423160"/>
            <a:ext cx="19202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84048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4E8A5B"/>
          </a:solidFill>
          <a:ln w="12700">
            <a:solidFill>
              <a:srgbClr val="4E8A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3913632" y="1828800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HTTP(S) de Django, respuestas HTML parciales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21808" y="2423160"/>
            <a:ext cx="19202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53212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5605272" y="1828800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 (ejecutado con Gunicorn): validación, autenticación, roles y reservas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13448" y="2423160"/>
            <a:ext cx="19202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22376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4E8A5B"/>
          </a:solidFill>
          <a:ln w="12700">
            <a:solidFill>
              <a:srgbClr val="4E8A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7296912" y="1828800"/>
            <a:ext cx="1316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conectada con el ORM de Django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0" cy="59436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532120" y="36576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5605272" y="365760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Twilio SendGrid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externo (API HTTPS)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32120" y="36576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5532120" y="36576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5605272" y="365760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Twilio SendGrid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externo (API HTTPS)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13448" y="3977640"/>
            <a:ext cx="393192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7424928" y="3657600"/>
            <a:ext cx="1261872" cy="640080"/>
          </a:xfrm>
          <a:prstGeom prst="roundRect">
            <a:avLst>
              <a:gd name="adj" fmla="val 11429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7498080" y="3657600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al hospedaje y al huésped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del proyecto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D9DED9"/>
          </a:solidFill>
          <a:ln w="12700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13716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D9DED9"/>
          </a:solidFill>
          <a:ln w="12700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22860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D9DED9"/>
          </a:solidFill>
          <a:ln w="12700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32004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4E8A5B"/>
          </a:solidFill>
          <a:ln w="12700">
            <a:solidFill>
              <a:srgbClr val="4E8A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1148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A9CFB0"/>
          </a:solidFill>
          <a:ln w="12700">
            <a:solidFill>
              <a:srgbClr val="A9CFB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50292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D9DED9"/>
          </a:solidFill>
          <a:ln w="12700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59436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D9DED9"/>
          </a:solidFill>
          <a:ln w="12700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8580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10972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D9DED9"/>
          </a:solidFill>
          <a:ln w="12700">
            <a:solidFill>
              <a:srgbClr val="D9DED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777240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9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1488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59436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Actual: TRL 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formulado: problema definido con un cliente real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tecnologías propuestas, requisitos iniciales y mockup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no hay software ni pruebas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TRL 3: falta una prueba de concepto funcional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1488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338328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Objetivo: TRL 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SQLite y envío de correos integrados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Validados en un entorno similar al final (AWS EC2)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con datos de prueba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1488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61722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Adicional: TRL 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651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completo con reservas, login y roles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Demostrado y validado con el cliente en un entorno relevante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trabajo: Scrum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ágil que trabaja en ciclos cortos llamados sprints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 backlog priorizado ordena el trabajo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entrega un incremento funcional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review y la retrospectiva ajustan el rumbo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F6E7DA"/>
          </a:solidFill>
          <a:ln w="12700">
            <a:solidFill>
              <a:srgbClr val="F6E7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7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la elegí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0020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pueden cambiar: el mockup aún no está validado por el cliente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incrementales que el cliente puede validar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claros de planificación, seguimiento y avance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 a un proyecto individual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530352" y="38862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92808" y="4206240"/>
            <a:ext cx="23774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2148840" y="38862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2221992" y="38862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84448" y="4206240"/>
            <a:ext cx="23774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3840480" y="38862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913632" y="38862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76088" y="4206240"/>
            <a:ext cx="23774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5532120" y="38862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5605272" y="38862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67728" y="4206240"/>
            <a:ext cx="237744" cy="0"/>
          </a:xfrm>
          <a:prstGeom prst="line">
            <a:avLst/>
          </a:prstGeom>
          <a:noFill/>
          <a:ln w="25400">
            <a:solidFill>
              <a:srgbClr val="1F3D2B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7223760" y="38862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7296912" y="388620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Retrospectiva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aplicaré Scrum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el cliente, Hospedaje Rural Pirque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y desarrollador: yo (proyecto individual)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revisión y retroalimentación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Artefactos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backlog: épicas e historias de usuario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y scrumboard en Trello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 y registro de impedimentos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hecho: probada, con revisión de seguridad (OWASP) y validada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0020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semanal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registro breve diario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con el cliente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al cierre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530352" y="379476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S1–S4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validados y modelo de datos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37947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4E8A5B"/>
          </a:solidFill>
          <a:ln w="12700">
            <a:solidFill>
              <a:srgbClr val="4E8A5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3319272" y="379476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· S5–S15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y reservas, autenticación y roles, pruebas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7947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108192" y="379476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· S16–S18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entrega y holgura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840480" y="2606040"/>
            <a:ext cx="1463040" cy="54864"/>
          </a:xfrm>
          <a:prstGeom prst="rect">
            <a:avLst/>
          </a:prstGeom>
          <a:solidFill>
            <a:srgbClr val="C8742B"/>
          </a:solidFill>
          <a:ln w="12700">
            <a:solidFill>
              <a:srgbClr val="C87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Portales Gajardo · Capstone PTY 4614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726</Words>
  <Application>Microsoft Office PowerPoint</Application>
  <PresentationFormat>Presentación en pantalla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2026-10-09T00:06:06Z</dcterms:created>
  <dcterms:modified xsi:type="dcterms:W3CDTF">2026-10-09T23:25:11Z</dcterms:modified>
</cp:coreProperties>
</file>